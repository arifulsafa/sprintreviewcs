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/>
          <p:nvPr/>
        </p:nvSpPr>
        <p:spPr>
          <a:xfrm>
            <a:off x="3931920" y="731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vs. WATERFALL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931920" y="1508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Guide for ChadaTech Leadership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2103120"/>
            <a:ext cx="45720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22402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ChadaTech Scrum Pilot Team
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250 Final 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Smarter Development Decisions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4434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• Agile •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Scrum-Agile Roles &amp; Their Importance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product backlog and prioritizes features based on business value. Bridges the gap between stakeholders and the development team, ensuring the right work gets done at the right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1D6A96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Servant-leader who coaches the team on Agile practices, removes impediments, and facilitates Scrum events. Protects the team from outside distractions and fosters a productive environment.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7432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1691640"/>
            <a:ext cx="2468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Cross-functional, self-organizing professionals who design, build, and test the product increment. Collectively responsible for delivering a 'Done' product at the end of each sprint.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Schwaber &amp; Sutherland (2020). The Scrum Guide.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Phases of the SDLC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57200" cy="1691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51560"/>
            <a:ext cx="457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99032"/>
            <a:ext cx="2057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 vision, assemble team, create initial product backlog. Product Owner prioritizes stories based on business value.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457200" cy="1691640"/>
          </a:xfrm>
          <a:prstGeom prst="rect">
            <a:avLst/>
          </a:prstGeom>
          <a:solidFill>
            <a:srgbClr val="1D6A9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51560"/>
            <a:ext cx="457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03320" y="1097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399032"/>
            <a:ext cx="2057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are written collaboratively. Acceptance criteria are defined for each feature through backlog grooming.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51560"/>
            <a:ext cx="457200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051560"/>
            <a:ext cx="457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109728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399032"/>
            <a:ext cx="2057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 made incrementally. UI/UX designs created for features planned in upcoming sprints.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457200" cy="169164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971800"/>
            <a:ext cx="457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3017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319272"/>
            <a:ext cx="2057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cycles (1-4 weeks) where the team builds working software. Daily standups maintain communication.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71800"/>
            <a:ext cx="457200" cy="1691640"/>
          </a:xfrm>
          <a:prstGeom prst="rect">
            <a:avLst/>
          </a:prstGeom>
          <a:solidFill>
            <a:srgbClr val="713F12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0" y="2971800"/>
            <a:ext cx="457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03320" y="3017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3319272"/>
            <a:ext cx="2057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occurs continuously within each sprint, not as a separate phase. Definition of Done ensures quality.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71800"/>
            <a:ext cx="457200" cy="169164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2971800"/>
            <a:ext cx="457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83680" y="3017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3319272"/>
            <a:ext cx="20574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increments are released at the end of each sprint or at regular intervals for stakeholder review.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Rubin, K. S. (2012). Essential Scrum. Addison-Wesley.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vs. Agile: Key Differences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749040"/>
          </a:xfrm>
          <a:prstGeom prst="rect">
            <a:avLst/>
          </a:prstGeom>
          <a:solidFill>
            <a:srgbClr val="1E3A8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0" y="1005840"/>
            <a:ext cx="4023360" cy="3749040"/>
          </a:xfrm>
          <a:prstGeom prst="rect">
            <a:avLst/>
          </a:prstGeom>
          <a:solidFill>
            <a:srgbClr val="1453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WATERFALL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AGILE (SCRUM)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linear phases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fixed upfront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sees product at 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costly &amp; disruptive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documentation focus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discovered late in cycle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stable, well-defined projects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sprint-based cycles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evolve continuously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sees working software each sprint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expected and welcomed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over documentation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mitigated early and continuously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evolving or complex projects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SNHU Travel Example: Mid-project request for an interactive map was handled seamlessly with Agile's sprint backlog. Under Waterfall, this would have triggered a formal change request and cost overrun.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Approach: Key Factors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18288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Clarity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03120" y="1051560"/>
            <a:ext cx="45720" cy="1143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12471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Choose Waterfall when requirements are fully understood and unlikely to change (e.g., government contracts, compliance systems).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49240" y="1051560"/>
            <a:ext cx="45720" cy="1143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12471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Choose Agile when requirements are uncertain, evolving, or stakeholder-driven, as with the SNHU Travel app.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18288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33172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Involvement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03120" y="2331720"/>
            <a:ext cx="45720" cy="1143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240487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Waterfall suits projects with limited client availability; milestones are reviewed at phase gates.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49240" y="2331720"/>
            <a:ext cx="45720" cy="1143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240487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Agile requires active client participation for sprint reviews and feedback — ideal for collaborative relationships.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11880"/>
            <a:ext cx="8595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11880"/>
            <a:ext cx="1828800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611880"/>
            <a:ext cx="1828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Complexity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3611880"/>
            <a:ext cx="45720" cy="1143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2194560" y="368503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Waterfall excels in low-complexity, well-scoped projects where the path to delivery is clear.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49240" y="3611880"/>
            <a:ext cx="45720" cy="1143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368503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Agile thrives in complex, innovative environments where solutions emerge through iteration and discovery.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Cobb, C. G. (2015). The Project Manager's Guide to Mastering Agile. Wiley.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Cobb, C. G. (2015). The project manager's guide to mastering Agile: Principles and practices for an adaptive approach. Wiley.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Rubin, K. S. (2012). Essential Scrum: A practical guide to the most popular Agile process. Addison-Wesley.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60904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K., &amp; Sutherland, J. (2020). The Scrum guide: The definitive guide to Scrum: The rules of the game. Scrum.org. https://scrumguides.org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465576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Stellman, A., &amp; Greene, J. (2014). Learning Agile: Understanding Scrum, XP, lean, and Kanban. O'Reilly Media.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 Development Team  |  CS 250 Final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vs. Waterfall: A ChadaTech Leadership Presentation</dc:title>
  <dc:subject>PptxGenJS Presentation</dc:subject>
  <dc:creator>PptxGenJS</dc:creator>
  <cp:lastModifiedBy>PptxGenJS</cp:lastModifiedBy>
  <cp:revision>1</cp:revision>
  <dcterms:created xsi:type="dcterms:W3CDTF">2026-03-01T09:59:09Z</dcterms:created>
  <dcterms:modified xsi:type="dcterms:W3CDTF">2026-03-01T09:59:09Z</dcterms:modified>
</cp:coreProperties>
</file>